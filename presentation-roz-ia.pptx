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2743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l'IA dans le projet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 Nettoyage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Co-développement Humain‑IA — Rapport de stratégie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10A37F">
              <a:alpha val="75000"/>
            </a:srgbClr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37490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4285F4">
              <a:alpha val="75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37490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C95D2D">
              <a:alpha val="75000"/>
            </a:srgbClr>
          </a:solidFill>
          <a:ln w="12700">
            <a:solidFill>
              <a:srgbClr val="C95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 · 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générale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474720" cy="3657600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code assisté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généré par 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566160"/>
            <a:ext cx="20116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corrections manuelles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(technologies trop récentes)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multi-IA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08760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prompt soumis simultanément aux 3 IAs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258568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258568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2585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2258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Confrontation des réponses — consensus = bonne pratique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008376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3008376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30083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30083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Divergences = zones d'incertitude → décision humaine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758184"/>
            <a:ext cx="4480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758184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375818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92040" y="375818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cerveaux valent toujours mieux qu'un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spécification — 6 étapes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initial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3898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contrainte technologique — même prompt aux 3 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515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04688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04688" y="13898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IA reformule sa compréhension avec plus de détails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9848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2807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site existant : identité, points faibles, améliorations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46888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04688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2807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technologies → décision humaine finale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984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4224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Frontend/backend, dossiers, modèles de données, 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88620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0468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d'implémentation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4224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phase par phase (V1 = site actuel)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52544" y="1417320"/>
            <a:ext cx="164592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52544" y="2834640"/>
            <a:ext cx="164592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52544" y="4251960"/>
            <a:ext cx="164592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GitHub 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gestion des tâches a été centralisée sur GitHub Issues, alimentée par l'IA à partir des documents de spécification.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828800" cy="6583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723644"/>
            <a:ext cx="2011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542032" y="1655064"/>
            <a:ext cx="109728" cy="182880"/>
          </a:xfrm>
          <a:prstGeom prst="rt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417320"/>
            <a:ext cx="1828800" cy="6583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d'implémentation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23644"/>
            <a:ext cx="2011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4645152" y="1655064"/>
            <a:ext cx="109728" cy="182880"/>
          </a:xfrm>
          <a:prstGeom prst="rt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417320"/>
            <a:ext cx="182880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723644"/>
            <a:ext cx="201168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748272" y="1655064"/>
            <a:ext cx="109728" cy="182880"/>
          </a:xfrm>
          <a:prstGeom prst="rt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417320"/>
            <a:ext cx="1828800" cy="658368"/>
          </a:xfrm>
          <a:prstGeom prst="rect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31720"/>
            <a:ext cx="3931920" cy="54864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générés par Claude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du cahier des charges, Claude a proposé un système de labels cohérent 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832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35608" y="3383280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D73A4A"/>
          </a:solidFill>
          <a:ln w="12700">
            <a:solidFill>
              <a:srgbClr val="D7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33832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68296" y="3383280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68296" y="33832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00984" y="3383280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0E8A16"/>
          </a:solidFill>
          <a:ln w="12700">
            <a:solidFill>
              <a:srgbClr val="0E8A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33832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785616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E4E669"/>
          </a:solidFill>
          <a:ln w="12700">
            <a:solidFill>
              <a:srgbClr val="E4E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856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35608" y="3785616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F9D0C4"/>
          </a:solidFill>
          <a:ln w="12700">
            <a:solidFill>
              <a:srgbClr val="F9D0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5608" y="37856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68296" y="3785616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1D76DB"/>
          </a:solidFill>
          <a:ln w="12700">
            <a:solidFill>
              <a:srgbClr val="1D7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68296" y="37856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00984" y="3785616"/>
            <a:ext cx="822960" cy="301752"/>
          </a:xfrm>
          <a:prstGeom prst="roundRect">
            <a:avLst>
              <a:gd name="adj" fmla="val 12121"/>
            </a:avLst>
          </a:prstGeom>
          <a:solidFill>
            <a:srgbClr val="FEF2C0"/>
          </a:solidFill>
          <a:ln w="12700">
            <a:solidFill>
              <a:srgbClr val="FEF2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37856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33172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331720"/>
            <a:ext cx="39319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générées par Claude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8348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du cahier des charges + plan d'implémentation, Claude a créé les issues directement prêtes à ouvrir 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3429000"/>
            <a:ext cx="3657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93208" y="353872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Setup Auth0 + middleware JWT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83480" y="3886200"/>
            <a:ext cx="3657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93208" y="399592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Modèle Prisma — Service &amp; Booking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83480" y="4343400"/>
            <a:ext cx="3657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93208" y="445312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Page d'accueil — hero &amp; tarifs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983480" y="4800600"/>
            <a:ext cx="3657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93208" y="491032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4800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API créneaux horaires disponibles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développement — Types de prompts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2062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Génération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fichiers/fonctions avec le contexte technique en amont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"Crée un middleware Auth0 qui vérifie le token JWT via JWKS et provisionne l'utilisateur via Prisma 7..."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Débogage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collée directement → identification de la cause racine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propose un correctif en contexte immédiatement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6517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Refactoring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d'un bloc : lisibilité, typage TypeScript, sécurité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du code existant pour amélioration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d'une solution déjà implémentée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l'architecture globale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65176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Explication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246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une API ou un comportement avant de décider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décision technique importante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 — Humain vs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l'IA a produit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53619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du code source (React, Express, Prisma, Auth0…)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17627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031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&amp; plan d'implémentation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81635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de technologies et d'architecture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45643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83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types TypeScript, config Docker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09651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233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causes racines lors des bugs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822960"/>
            <a:ext cx="3931920" cy="50292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22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décidé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1536192"/>
            <a:ext cx="201168" cy="20116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technologies finales (Auth0, Tailwind CSS 4…)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10912" y="2176272"/>
            <a:ext cx="201168" cy="20116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21031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éléments issus de l'analyse multi-IA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10912" y="2816352"/>
            <a:ext cx="201168" cy="20116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27432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gammes de prix en JSON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912" y="3456432"/>
            <a:ext cx="201168" cy="20116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3383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intégration du code généré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10912" y="4096512"/>
            <a:ext cx="201168" cy="201168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40233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global : tâches, priorités, timing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22402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critique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920240" cy="914400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41248"/>
            <a:ext cx="1920240" cy="914400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41248"/>
            <a:ext cx="1920240" cy="914400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41248"/>
            <a:ext cx="1920240" cy="914400"/>
          </a:xfrm>
          <a:prstGeom prst="rect">
            <a:avLst/>
          </a:prstGeom>
          <a:solidFill>
            <a:srgbClr val="0F1924"/>
          </a:solidFill>
          <a:ln w="12700">
            <a:solidFill>
              <a:srgbClr val="0F19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01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 qui a bien fonctionné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313432"/>
            <a:ext cx="3931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2532888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23160"/>
            <a:ext cx="3401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qualité sur technologies établies (React, Express, PostgreSQL)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3099816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90088"/>
            <a:ext cx="3401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 via stack trace : cause racine identifiée rapidement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3666744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57016"/>
            <a:ext cx="3401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sur les phases répétitives (CRUD, boilerplate, types)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4233672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23944"/>
            <a:ext cx="3401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et plan d'implémentation accélérés significativement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901952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901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 limites rencontrées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2313432"/>
            <a:ext cx="3931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2578608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468880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trop récentes (Prisma 7, Tailwind 4, Next.js 16) → corrections manuelles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10912" y="3328416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218688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locale sans vue globale → recadrage fréquent nécessaire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10912" y="4078224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968496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aveugle dangereuse → chaque bloc relu et validé avant intégration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37160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97280"/>
            <a:ext cx="7178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"L'IA joue le rôle d'un développeur junior très rapide 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de produire du code fonctionnel en grande quantité,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nécessitant un encadrement constant."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423160" cy="2011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D3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283464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développeur reste chef d'orchestre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743200"/>
            <a:ext cx="2423160" cy="2011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D3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83464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choix stratégiques restent humains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423160" cy="2011680"/>
          </a:xfrm>
          <a:prstGeom prst="rect">
            <a:avLst/>
          </a:prstGeom>
          <a:solidFill>
            <a:srgbClr val="162030"/>
          </a:solidFill>
          <a:ln w="12700">
            <a:solidFill>
              <a:srgbClr val="2D3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283464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contribution intégrée avec recul critique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Utilisation de l'IA dans le Projet Roz Nettoyage</dc:title>
  <dc:subject>PptxGenJS Presentation</dc:subject>
  <dc:creator>PptxGenJS</dc:creator>
  <cp:lastModifiedBy>PptxGenJS</cp:lastModifiedBy>
  <cp:revision>1</cp:revision>
  <dcterms:created xsi:type="dcterms:W3CDTF">2026-03-23T10:40:22Z</dcterms:created>
  <dcterms:modified xsi:type="dcterms:W3CDTF">2026-03-23T10:40:22Z</dcterms:modified>
</cp:coreProperties>
</file>